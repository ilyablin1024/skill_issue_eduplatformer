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db21ef209f46f4" /><Relationship Type="http://schemas.openxmlformats.org/officeDocument/2006/relationships/extended-properties" Target="/docProps/app.xml" Id="Ra20d4ba72bcf4af5" /><Relationship Type="http://schemas.openxmlformats.org/officeDocument/2006/relationships/officeDocument" Target="/ppt/presentation.xml" Id="Rcb75bc46770c46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5979c245814c35"/>
  </p:sldMasterIdLst>
  <p:notesMasterIdLst>
    <p:notesMasterId xmlns:r="http://schemas.openxmlformats.org/officeDocument/2006/relationships" r:id="R74a5655cf6044ed7"/>
  </p:notesMasterIdLst>
  <p:sldIdLst>
    <p:sldId xmlns:r="http://schemas.openxmlformats.org/officeDocument/2006/relationships" id="256" r:id="R99a7ddb4bb37495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979c245814c35" /><Relationship Type="http://schemas.openxmlformats.org/officeDocument/2006/relationships/theme" Target="/ppt/theme/theme1.xml" Id="Rb4fd0d375a5e492b" /><Relationship Type="http://schemas.openxmlformats.org/officeDocument/2006/relationships/notesMaster" Target="/ppt/notesMasters/notesMaster1.xml" Id="R74a5655cf6044ed7" /><Relationship Type="http://schemas.openxmlformats.org/officeDocument/2006/relationships/presProps" Target="/ppt/presProps.xml" Id="R1e4fe86a40c54d1e" /><Relationship Type="http://schemas.openxmlformats.org/officeDocument/2006/relationships/viewProps" Target="/ppt/viewProps.xml" Id="R0f0374861a11406d" /><Relationship Type="http://schemas.openxmlformats.org/officeDocument/2006/relationships/tableStyles" Target="/ppt/tableStyles.xml" Id="Ra2c2e4a5328c467c" /><Relationship Type="http://schemas.openxmlformats.org/officeDocument/2006/relationships/slide" Target="/ppt/slides/slide1.xml" Id="R99a7ddb4bb3749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625b5dfe8d4f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f9e67b1bcc4363" /><Relationship Type="http://schemas.openxmlformats.org/officeDocument/2006/relationships/notesMaster" Target="/ppt/notesMasters/notesMaster1.xml" Id="R1beb743ff4ad46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9e683eafd24ac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9de5d0961f94a60" /><Relationship Type="http://schemas.openxmlformats.org/officeDocument/2006/relationships/slideLayout" Target="/ppt/slideLayouts/slideLayout2.xml" Id="R8e460957446642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460957446642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4271b1af7249dd" /><Relationship Type="http://schemas.openxmlformats.org/officeDocument/2006/relationships/notesSlide" Target="/ppt/notesSlides/notesSlide1.xml" Id="R3a91426433c244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91BE919B-25FA-4D7E-A863-EC0B0C37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11111"/>
                </a:solidFill>
              </a:defRPr>
            </a:pPr>
            <a:r>
              <a:t>Test slide</a:t>
            </a:r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9C38F4-45E7-4A04-9D91-4449A78D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76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333333"/>
                </a:solidFill>
              </a:defRPr>
            </a:pPr>
            <a:r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594069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2026-05-30T13:06:42.6800000Z</dcterms:created>
  <dcterms:modified xsi:type="dcterms:W3CDTF">2026-05-30T13:06:42.6800000Z</dcterms:modified>
</coreProperties>
</file>